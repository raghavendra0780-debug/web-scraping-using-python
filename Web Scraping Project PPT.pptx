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62" r:id="rId6"/>
    <p:sldId id="265" r:id="rId7"/>
    <p:sldId id="264" r:id="rId8"/>
    <p:sldId id="263" r:id="rId9"/>
    <p:sldId id="274" r:id="rId10"/>
    <p:sldId id="267" r:id="rId11"/>
    <p:sldId id="269" r:id="rId12"/>
    <p:sldId id="270" r:id="rId13"/>
    <p:sldId id="271" r:id="rId14"/>
    <p:sldId id="272" r:id="rId15"/>
    <p:sldId id="273" r:id="rId16"/>
    <p:sldId id="276" r:id="rId17"/>
    <p:sldId id="259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17B15-A14E-4209-AF5D-126C13215CE1}" v="158" dt="2025-11-07T17:53:04.8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Addagatla" userId="198e66f1a35daf40" providerId="LiveId" clId="{258A4E63-48A1-43DC-945D-5EC823543648}"/>
    <pc:docChg chg="undo redo custSel addSld delSld modSld sldOrd">
      <pc:chgData name="Raghavendra Addagatla" userId="198e66f1a35daf40" providerId="LiveId" clId="{258A4E63-48A1-43DC-945D-5EC823543648}" dt="2025-11-07T17:53:54.163" v="2109" actId="5793"/>
      <pc:docMkLst>
        <pc:docMk/>
      </pc:docMkLst>
      <pc:sldChg chg="addSp delSp modSp mod modClrScheme chgLayout">
        <pc:chgData name="Raghavendra Addagatla" userId="198e66f1a35daf40" providerId="LiveId" clId="{258A4E63-48A1-43DC-945D-5EC823543648}" dt="2025-11-07T16:09:55.294" v="782" actId="14100"/>
        <pc:sldMkLst>
          <pc:docMk/>
          <pc:sldMk cId="0" sldId="256"/>
        </pc:sldMkLst>
        <pc:spChg chg="add mod">
          <ac:chgData name="Raghavendra Addagatla" userId="198e66f1a35daf40" providerId="LiveId" clId="{258A4E63-48A1-43DC-945D-5EC823543648}" dt="2025-11-07T15:28:19.386" v="183" actId="313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Raghavendra Addagatla" userId="198e66f1a35daf40" providerId="LiveId" clId="{258A4E63-48A1-43DC-945D-5EC823543648}" dt="2025-11-07T15:09:27.829" v="1" actId="700"/>
          <ac:spMkLst>
            <pc:docMk/>
            <pc:sldMk cId="0" sldId="256"/>
            <ac:spMk id="3" creationId="{E2216F0E-2E4A-165E-6CB1-31670E945ADD}"/>
          </ac:spMkLst>
        </pc:spChg>
        <pc:spChg chg="add del mod">
          <ac:chgData name="Raghavendra Addagatla" userId="198e66f1a35daf40" providerId="LiveId" clId="{258A4E63-48A1-43DC-945D-5EC823543648}" dt="2025-11-07T15:09:27.829" v="1" actId="700"/>
          <ac:spMkLst>
            <pc:docMk/>
            <pc:sldMk cId="0" sldId="256"/>
            <ac:spMk id="4" creationId="{C24F6A2A-FB15-0CB5-797B-196BF4CC3D9B}"/>
          </ac:spMkLst>
        </pc:spChg>
        <pc:spChg chg="add del mod">
          <ac:chgData name="Raghavendra Addagatla" userId="198e66f1a35daf40" providerId="LiveId" clId="{258A4E63-48A1-43DC-945D-5EC823543648}" dt="2025-11-07T15:27:31.227" v="174"/>
          <ac:spMkLst>
            <pc:docMk/>
            <pc:sldMk cId="0" sldId="256"/>
            <ac:spMk id="5" creationId="{1DB6BD48-F98B-C338-109C-9D549232DC57}"/>
          </ac:spMkLst>
        </pc:spChg>
        <pc:spChg chg="add del mod">
          <ac:chgData name="Raghavendra Addagatla" userId="198e66f1a35daf40" providerId="LiveId" clId="{258A4E63-48A1-43DC-945D-5EC823543648}" dt="2025-11-07T15:28:16.770" v="181"/>
          <ac:spMkLst>
            <pc:docMk/>
            <pc:sldMk cId="0" sldId="256"/>
            <ac:spMk id="6" creationId="{40549BCD-ED39-C4E0-8789-740CE1567F99}"/>
          </ac:spMkLst>
        </pc:spChg>
        <pc:spChg chg="add mod">
          <ac:chgData name="Raghavendra Addagatla" userId="198e66f1a35daf40" providerId="LiveId" clId="{258A4E63-48A1-43DC-945D-5EC823543648}" dt="2025-11-07T15:34:56.245" v="283" actId="122"/>
          <ac:spMkLst>
            <pc:docMk/>
            <pc:sldMk cId="0" sldId="256"/>
            <ac:spMk id="7" creationId="{0512E287-E3DB-8FE0-4CB5-66B7CA2F5CE7}"/>
          </ac:spMkLst>
        </pc:spChg>
        <pc:spChg chg="add mod">
          <ac:chgData name="Raghavendra Addagatla" userId="198e66f1a35daf40" providerId="LiveId" clId="{258A4E63-48A1-43DC-945D-5EC823543648}" dt="2025-11-07T16:09:55.294" v="782" actId="14100"/>
          <ac:spMkLst>
            <pc:docMk/>
            <pc:sldMk cId="0" sldId="256"/>
            <ac:spMk id="8" creationId="{673D70D3-CB02-1365-1893-743BE709465A}"/>
          </ac:spMkLst>
        </pc:spChg>
      </pc:sldChg>
      <pc:sldChg chg="addSp modSp mod">
        <pc:chgData name="Raghavendra Addagatla" userId="198e66f1a35daf40" providerId="LiveId" clId="{258A4E63-48A1-43DC-945D-5EC823543648}" dt="2025-11-07T15:49:13.812" v="545" actId="20577"/>
        <pc:sldMkLst>
          <pc:docMk/>
          <pc:sldMk cId="0" sldId="257"/>
        </pc:sldMkLst>
        <pc:spChg chg="mod">
          <ac:chgData name="Raghavendra Addagatla" userId="198e66f1a35daf40" providerId="LiveId" clId="{258A4E63-48A1-43DC-945D-5EC823543648}" dt="2025-11-07T15:37:57.662" v="333" actId="14100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Raghavendra Addagatla" userId="198e66f1a35daf40" providerId="LiveId" clId="{258A4E63-48A1-43DC-945D-5EC823543648}" dt="2025-11-07T15:49:13.812" v="545" actId="20577"/>
          <ac:spMkLst>
            <pc:docMk/>
            <pc:sldMk cId="0" sldId="257"/>
            <ac:spMk id="4" creationId="{915A0AAF-E0E1-174B-8C8F-292238A0EDF8}"/>
          </ac:spMkLst>
        </pc:spChg>
      </pc:sldChg>
      <pc:sldChg chg="del">
        <pc:chgData name="Raghavendra Addagatla" userId="198e66f1a35daf40" providerId="LiveId" clId="{258A4E63-48A1-43DC-945D-5EC823543648}" dt="2025-11-07T17:52:32.894" v="2086" actId="47"/>
        <pc:sldMkLst>
          <pc:docMk/>
          <pc:sldMk cId="0" sldId="258"/>
        </pc:sldMkLst>
      </pc:sldChg>
      <pc:sldChg chg="modSp new mod">
        <pc:chgData name="Raghavendra Addagatla" userId="198e66f1a35daf40" providerId="LiveId" clId="{258A4E63-48A1-43DC-945D-5EC823543648}" dt="2025-11-07T16:06:25.353" v="719" actId="20577"/>
        <pc:sldMkLst>
          <pc:docMk/>
          <pc:sldMk cId="1329134880" sldId="260"/>
        </pc:sldMkLst>
        <pc:spChg chg="mod">
          <ac:chgData name="Raghavendra Addagatla" userId="198e66f1a35daf40" providerId="LiveId" clId="{258A4E63-48A1-43DC-945D-5EC823543648}" dt="2025-11-07T16:06:25.353" v="719" actId="20577"/>
          <ac:spMkLst>
            <pc:docMk/>
            <pc:sldMk cId="1329134880" sldId="260"/>
            <ac:spMk id="2" creationId="{55210465-095A-7A09-881F-1CAD113B3B1E}"/>
          </ac:spMkLst>
        </pc:spChg>
        <pc:spChg chg="mod">
          <ac:chgData name="Raghavendra Addagatla" userId="198e66f1a35daf40" providerId="LiveId" clId="{258A4E63-48A1-43DC-945D-5EC823543648}" dt="2025-11-07T15:55:56.784" v="661" actId="14100"/>
          <ac:spMkLst>
            <pc:docMk/>
            <pc:sldMk cId="1329134880" sldId="260"/>
            <ac:spMk id="3" creationId="{AA708ECA-B240-F407-352E-40B722C85135}"/>
          </ac:spMkLst>
        </pc:spChg>
      </pc:sldChg>
      <pc:sldChg chg="modSp new mod">
        <pc:chgData name="Raghavendra Addagatla" userId="198e66f1a35daf40" providerId="LiveId" clId="{258A4E63-48A1-43DC-945D-5EC823543648}" dt="2025-11-07T16:07:10.381" v="722" actId="2711"/>
        <pc:sldMkLst>
          <pc:docMk/>
          <pc:sldMk cId="593666706" sldId="261"/>
        </pc:sldMkLst>
        <pc:spChg chg="mod">
          <ac:chgData name="Raghavendra Addagatla" userId="198e66f1a35daf40" providerId="LiveId" clId="{258A4E63-48A1-43DC-945D-5EC823543648}" dt="2025-11-07T16:07:10.381" v="722" actId="2711"/>
          <ac:spMkLst>
            <pc:docMk/>
            <pc:sldMk cId="593666706" sldId="261"/>
            <ac:spMk id="2" creationId="{358F8D0D-8B3C-A7D4-EADE-FFE8F7D6B184}"/>
          </ac:spMkLst>
        </pc:spChg>
        <pc:spChg chg="mod">
          <ac:chgData name="Raghavendra Addagatla" userId="198e66f1a35daf40" providerId="LiveId" clId="{258A4E63-48A1-43DC-945D-5EC823543648}" dt="2025-11-07T16:05:22.106" v="705" actId="255"/>
          <ac:spMkLst>
            <pc:docMk/>
            <pc:sldMk cId="593666706" sldId="261"/>
            <ac:spMk id="3" creationId="{9BAB02E9-F5C0-5523-D105-EE9BBD5F0FEC}"/>
          </ac:spMkLst>
        </pc:spChg>
      </pc:sldChg>
      <pc:sldChg chg="addSp modSp new mod">
        <pc:chgData name="Raghavendra Addagatla" userId="198e66f1a35daf40" providerId="LiveId" clId="{258A4E63-48A1-43DC-945D-5EC823543648}" dt="2025-11-07T16:23:32.772" v="1242" actId="14100"/>
        <pc:sldMkLst>
          <pc:docMk/>
          <pc:sldMk cId="2358745062" sldId="262"/>
        </pc:sldMkLst>
        <pc:spChg chg="mod">
          <ac:chgData name="Raghavendra Addagatla" userId="198e66f1a35daf40" providerId="LiveId" clId="{258A4E63-48A1-43DC-945D-5EC823543648}" dt="2025-11-07T16:06:34.129" v="720" actId="20577"/>
          <ac:spMkLst>
            <pc:docMk/>
            <pc:sldMk cId="2358745062" sldId="262"/>
            <ac:spMk id="2" creationId="{5B1FADA6-F73D-7E92-3218-263E87B17575}"/>
          </ac:spMkLst>
        </pc:spChg>
        <pc:spChg chg="mod">
          <ac:chgData name="Raghavendra Addagatla" userId="198e66f1a35daf40" providerId="LiveId" clId="{258A4E63-48A1-43DC-945D-5EC823543648}" dt="2025-11-07T16:23:32.772" v="1242" actId="14100"/>
          <ac:spMkLst>
            <pc:docMk/>
            <pc:sldMk cId="2358745062" sldId="262"/>
            <ac:spMk id="3" creationId="{37F8DC57-0187-1559-17A5-D4BC0BEE5D4E}"/>
          </ac:spMkLst>
        </pc:spChg>
        <pc:spChg chg="add">
          <ac:chgData name="Raghavendra Addagatla" userId="198e66f1a35daf40" providerId="LiveId" clId="{258A4E63-48A1-43DC-945D-5EC823543648}" dt="2025-11-07T16:17:25.239" v="918"/>
          <ac:spMkLst>
            <pc:docMk/>
            <pc:sldMk cId="2358745062" sldId="262"/>
            <ac:spMk id="4" creationId="{B6E37E1E-15A1-8157-38B1-B5BAEB104AD2}"/>
          </ac:spMkLst>
        </pc:spChg>
        <pc:spChg chg="add mod">
          <ac:chgData name="Raghavendra Addagatla" userId="198e66f1a35daf40" providerId="LiveId" clId="{258A4E63-48A1-43DC-945D-5EC823543648}" dt="2025-11-07T16:17:38.298" v="924"/>
          <ac:spMkLst>
            <pc:docMk/>
            <pc:sldMk cId="2358745062" sldId="262"/>
            <ac:spMk id="5" creationId="{9187A886-040B-6E26-EC88-DCCBB970F66F}"/>
          </ac:spMkLst>
        </pc:spChg>
        <pc:spChg chg="add mod">
          <ac:chgData name="Raghavendra Addagatla" userId="198e66f1a35daf40" providerId="LiveId" clId="{258A4E63-48A1-43DC-945D-5EC823543648}" dt="2025-11-07T16:17:37.759" v="922"/>
          <ac:spMkLst>
            <pc:docMk/>
            <pc:sldMk cId="2358745062" sldId="262"/>
            <ac:spMk id="6" creationId="{DA2D3881-03BB-1385-AF87-BEA4E8F3ABA3}"/>
          </ac:spMkLst>
        </pc:spChg>
        <pc:spChg chg="add">
          <ac:chgData name="Raghavendra Addagatla" userId="198e66f1a35daf40" providerId="LiveId" clId="{258A4E63-48A1-43DC-945D-5EC823543648}" dt="2025-11-07T16:17:41.990" v="925"/>
          <ac:spMkLst>
            <pc:docMk/>
            <pc:sldMk cId="2358745062" sldId="262"/>
            <ac:spMk id="7" creationId="{1A55CD35-D020-C8EB-CFCB-30282B67D2AE}"/>
          </ac:spMkLst>
        </pc:spChg>
        <pc:spChg chg="add">
          <ac:chgData name="Raghavendra Addagatla" userId="198e66f1a35daf40" providerId="LiveId" clId="{258A4E63-48A1-43DC-945D-5EC823543648}" dt="2025-11-07T16:17:50.168" v="927"/>
          <ac:spMkLst>
            <pc:docMk/>
            <pc:sldMk cId="2358745062" sldId="262"/>
            <ac:spMk id="8" creationId="{191A7A60-31FE-2F47-33ED-9DBDC4583133}"/>
          </ac:spMkLst>
        </pc:spChg>
        <pc:spChg chg="add">
          <ac:chgData name="Raghavendra Addagatla" userId="198e66f1a35daf40" providerId="LiveId" clId="{258A4E63-48A1-43DC-945D-5EC823543648}" dt="2025-11-07T16:17:56.142" v="930"/>
          <ac:spMkLst>
            <pc:docMk/>
            <pc:sldMk cId="2358745062" sldId="262"/>
            <ac:spMk id="9" creationId="{D6B92D9B-47BD-E667-EAD4-0776EAFC5CFC}"/>
          </ac:spMkLst>
        </pc:spChg>
      </pc:sldChg>
      <pc:sldChg chg="addSp delSp modSp new mod">
        <pc:chgData name="Raghavendra Addagatla" userId="198e66f1a35daf40" providerId="LiveId" clId="{258A4E63-48A1-43DC-945D-5EC823543648}" dt="2025-11-07T17:09:05.126" v="1775" actId="14100"/>
        <pc:sldMkLst>
          <pc:docMk/>
          <pc:sldMk cId="1815018829" sldId="263"/>
        </pc:sldMkLst>
        <pc:spChg chg="mod">
          <ac:chgData name="Raghavendra Addagatla" userId="198e66f1a35daf40" providerId="LiveId" clId="{258A4E63-48A1-43DC-945D-5EC823543648}" dt="2025-11-07T16:59:40.008" v="1598" actId="20577"/>
          <ac:spMkLst>
            <pc:docMk/>
            <pc:sldMk cId="1815018829" sldId="263"/>
            <ac:spMk id="2" creationId="{B79B16B8-19C8-472E-8E97-D1F938FC6794}"/>
          </ac:spMkLst>
        </pc:spChg>
        <pc:spChg chg="del mod">
          <ac:chgData name="Raghavendra Addagatla" userId="198e66f1a35daf40" providerId="LiveId" clId="{258A4E63-48A1-43DC-945D-5EC823543648}" dt="2025-11-07T17:03:11.353" v="1677"/>
          <ac:spMkLst>
            <pc:docMk/>
            <pc:sldMk cId="1815018829" sldId="263"/>
            <ac:spMk id="3" creationId="{5A67BB03-9CD2-FBEC-0582-559067C1235C}"/>
          </ac:spMkLst>
        </pc:spChg>
        <pc:spChg chg="add del mod">
          <ac:chgData name="Raghavendra Addagatla" userId="198e66f1a35daf40" providerId="LiveId" clId="{258A4E63-48A1-43DC-945D-5EC823543648}" dt="2025-11-07T17:02:55.996" v="1663" actId="14100"/>
          <ac:spMkLst>
            <pc:docMk/>
            <pc:sldMk cId="1815018829" sldId="263"/>
            <ac:spMk id="4" creationId="{8C729B10-1398-B94B-976F-D9BB9A0ABD03}"/>
          </ac:spMkLst>
        </pc:spChg>
        <pc:spChg chg="add">
          <ac:chgData name="Raghavendra Addagatla" userId="198e66f1a35daf40" providerId="LiveId" clId="{258A4E63-48A1-43DC-945D-5EC823543648}" dt="2025-11-07T17:01:44.918" v="1628"/>
          <ac:spMkLst>
            <pc:docMk/>
            <pc:sldMk cId="1815018829" sldId="263"/>
            <ac:spMk id="5" creationId="{CB6F85B6-5217-0032-CB4C-F9F1EF44C734}"/>
          </ac:spMkLst>
        </pc:spChg>
        <pc:spChg chg="add">
          <ac:chgData name="Raghavendra Addagatla" userId="198e66f1a35daf40" providerId="LiveId" clId="{258A4E63-48A1-43DC-945D-5EC823543648}" dt="2025-11-07T17:01:56.851" v="1631"/>
          <ac:spMkLst>
            <pc:docMk/>
            <pc:sldMk cId="1815018829" sldId="263"/>
            <ac:spMk id="6" creationId="{FF9D873D-3BE0-0FDC-F9EA-75B6F354C914}"/>
          </ac:spMkLst>
        </pc:spChg>
        <pc:spChg chg="add">
          <ac:chgData name="Raghavendra Addagatla" userId="198e66f1a35daf40" providerId="LiveId" clId="{258A4E63-48A1-43DC-945D-5EC823543648}" dt="2025-11-07T17:02:07.291" v="1632"/>
          <ac:spMkLst>
            <pc:docMk/>
            <pc:sldMk cId="1815018829" sldId="263"/>
            <ac:spMk id="7" creationId="{B7115295-3863-25E0-C0FE-24E496DDD635}"/>
          </ac:spMkLst>
        </pc:spChg>
        <pc:spChg chg="add">
          <ac:chgData name="Raghavendra Addagatla" userId="198e66f1a35daf40" providerId="LiveId" clId="{258A4E63-48A1-43DC-945D-5EC823543648}" dt="2025-11-07T17:02:32.445" v="1638"/>
          <ac:spMkLst>
            <pc:docMk/>
            <pc:sldMk cId="1815018829" sldId="263"/>
            <ac:spMk id="8" creationId="{F35CFD0E-3047-A543-E78B-F054A9A8FB32}"/>
          </ac:spMkLst>
        </pc:spChg>
        <pc:spChg chg="add">
          <ac:chgData name="Raghavendra Addagatla" userId="198e66f1a35daf40" providerId="LiveId" clId="{258A4E63-48A1-43DC-945D-5EC823543648}" dt="2025-11-07T17:02:44.791" v="1647"/>
          <ac:spMkLst>
            <pc:docMk/>
            <pc:sldMk cId="1815018829" sldId="263"/>
            <ac:spMk id="9" creationId="{58C357BB-58D9-BBC9-8587-3B23D7F528B0}"/>
          </ac:spMkLst>
        </pc:spChg>
        <pc:spChg chg="add">
          <ac:chgData name="Raghavendra Addagatla" userId="198e66f1a35daf40" providerId="LiveId" clId="{258A4E63-48A1-43DC-945D-5EC823543648}" dt="2025-11-07T17:03:02.689" v="1669"/>
          <ac:spMkLst>
            <pc:docMk/>
            <pc:sldMk cId="1815018829" sldId="263"/>
            <ac:spMk id="10" creationId="{F04F630C-1095-571B-EB19-E54257B73C8E}"/>
          </ac:spMkLst>
        </pc:spChg>
        <pc:spChg chg="add mod">
          <ac:chgData name="Raghavendra Addagatla" userId="198e66f1a35daf40" providerId="LiveId" clId="{258A4E63-48A1-43DC-945D-5EC823543648}" dt="2025-11-07T17:09:05.126" v="1775" actId="14100"/>
          <ac:spMkLst>
            <pc:docMk/>
            <pc:sldMk cId="1815018829" sldId="263"/>
            <ac:spMk id="11" creationId="{8E26CDED-0623-1674-D589-96C629970330}"/>
          </ac:spMkLst>
        </pc:spChg>
      </pc:sldChg>
      <pc:sldChg chg="addSp delSp modSp new mod">
        <pc:chgData name="Raghavendra Addagatla" userId="198e66f1a35daf40" providerId="LiveId" clId="{258A4E63-48A1-43DC-945D-5EC823543648}" dt="2025-11-07T17:53:40.193" v="2107" actId="12"/>
        <pc:sldMkLst>
          <pc:docMk/>
          <pc:sldMk cId="827528369" sldId="264"/>
        </pc:sldMkLst>
        <pc:spChg chg="mod">
          <ac:chgData name="Raghavendra Addagatla" userId="198e66f1a35daf40" providerId="LiveId" clId="{258A4E63-48A1-43DC-945D-5EC823543648}" dt="2025-11-07T16:46:05.950" v="1403" actId="20577"/>
          <ac:spMkLst>
            <pc:docMk/>
            <pc:sldMk cId="827528369" sldId="264"/>
            <ac:spMk id="2" creationId="{D295C676-7A64-A02A-1289-22542F5F6D54}"/>
          </ac:spMkLst>
        </pc:spChg>
        <pc:spChg chg="mod">
          <ac:chgData name="Raghavendra Addagatla" userId="198e66f1a35daf40" providerId="LiveId" clId="{258A4E63-48A1-43DC-945D-5EC823543648}" dt="2025-11-07T16:47:45.539" v="1425" actId="1076"/>
          <ac:spMkLst>
            <pc:docMk/>
            <pc:sldMk cId="827528369" sldId="264"/>
            <ac:spMk id="3" creationId="{39C8E56A-7702-D5E0-8D72-4F83464EA5BA}"/>
          </ac:spMkLst>
        </pc:spChg>
        <pc:spChg chg="add del mod">
          <ac:chgData name="Raghavendra Addagatla" userId="198e66f1a35daf40" providerId="LiveId" clId="{258A4E63-48A1-43DC-945D-5EC823543648}" dt="2025-11-07T17:53:40.193" v="2107" actId="12"/>
          <ac:spMkLst>
            <pc:docMk/>
            <pc:sldMk cId="827528369" sldId="264"/>
            <ac:spMk id="4" creationId="{0986ADB2-0D13-AC60-3AAB-5C7E2454B397}"/>
          </ac:spMkLst>
        </pc:spChg>
        <pc:spChg chg="add mod">
          <ac:chgData name="Raghavendra Addagatla" userId="198e66f1a35daf40" providerId="LiveId" clId="{258A4E63-48A1-43DC-945D-5EC823543648}" dt="2025-11-07T16:56:55.802" v="1579" actId="1076"/>
          <ac:spMkLst>
            <pc:docMk/>
            <pc:sldMk cId="827528369" sldId="264"/>
            <ac:spMk id="5" creationId="{D8EC4F76-DE13-87A9-0908-C2B198F68087}"/>
          </ac:spMkLst>
        </pc:spChg>
        <pc:spChg chg="add del mod">
          <ac:chgData name="Raghavendra Addagatla" userId="198e66f1a35daf40" providerId="LiveId" clId="{258A4E63-48A1-43DC-945D-5EC823543648}" dt="2025-11-07T16:56:55.001" v="1578" actId="20577"/>
          <ac:spMkLst>
            <pc:docMk/>
            <pc:sldMk cId="827528369" sldId="264"/>
            <ac:spMk id="6" creationId="{77193AD6-B8E5-E485-B676-026BC1638E1A}"/>
          </ac:spMkLst>
        </pc:spChg>
      </pc:sldChg>
      <pc:sldChg chg="addSp delSp modSp new mod">
        <pc:chgData name="Raghavendra Addagatla" userId="198e66f1a35daf40" providerId="LiveId" clId="{258A4E63-48A1-43DC-945D-5EC823543648}" dt="2025-11-07T16:42:58.883" v="1372" actId="1076"/>
        <pc:sldMkLst>
          <pc:docMk/>
          <pc:sldMk cId="2432243080" sldId="265"/>
        </pc:sldMkLst>
        <pc:spChg chg="mod">
          <ac:chgData name="Raghavendra Addagatla" userId="198e66f1a35daf40" providerId="LiveId" clId="{258A4E63-48A1-43DC-945D-5EC823543648}" dt="2025-11-07T16:28:48.873" v="1273" actId="20577"/>
          <ac:spMkLst>
            <pc:docMk/>
            <pc:sldMk cId="2432243080" sldId="265"/>
            <ac:spMk id="2" creationId="{7AD23A3F-8C0A-58DA-3C40-465FB732DB33}"/>
          </ac:spMkLst>
        </pc:spChg>
        <pc:spChg chg="del mod">
          <ac:chgData name="Raghavendra Addagatla" userId="198e66f1a35daf40" providerId="LiveId" clId="{258A4E63-48A1-43DC-945D-5EC823543648}" dt="2025-11-07T16:31:41.118" v="1281" actId="478"/>
          <ac:spMkLst>
            <pc:docMk/>
            <pc:sldMk cId="2432243080" sldId="265"/>
            <ac:spMk id="3" creationId="{B986671F-4BCE-024E-D496-D7F3BCD86C5A}"/>
          </ac:spMkLst>
        </pc:spChg>
        <pc:spChg chg="add">
          <ac:chgData name="Raghavendra Addagatla" userId="198e66f1a35daf40" providerId="LiveId" clId="{258A4E63-48A1-43DC-945D-5EC823543648}" dt="2025-11-07T16:39:46.518" v="1338"/>
          <ac:spMkLst>
            <pc:docMk/>
            <pc:sldMk cId="2432243080" sldId="265"/>
            <ac:spMk id="13" creationId="{83C5B123-FB12-594E-C6B9-A5AA47F712EF}"/>
          </ac:spMkLst>
        </pc:spChg>
        <pc:spChg chg="add mod">
          <ac:chgData name="Raghavendra Addagatla" userId="198e66f1a35daf40" providerId="LiveId" clId="{258A4E63-48A1-43DC-945D-5EC823543648}" dt="2025-11-07T16:40:00.595" v="1343" actId="14100"/>
          <ac:spMkLst>
            <pc:docMk/>
            <pc:sldMk cId="2432243080" sldId="265"/>
            <ac:spMk id="14" creationId="{B8C3C138-B603-1B03-2362-D904694C48DF}"/>
          </ac:spMkLst>
        </pc:spChg>
        <pc:picChg chg="add del mod">
          <ac:chgData name="Raghavendra Addagatla" userId="198e66f1a35daf40" providerId="LiveId" clId="{258A4E63-48A1-43DC-945D-5EC823543648}" dt="2025-11-07T16:31:17.867" v="1276" actId="478"/>
          <ac:picMkLst>
            <pc:docMk/>
            <pc:sldMk cId="2432243080" sldId="265"/>
            <ac:picMk id="4" creationId="{0B194A16-DD7D-89AA-1252-F242392CD044}"/>
          </ac:picMkLst>
        </pc:picChg>
        <pc:picChg chg="add mod">
          <ac:chgData name="Raghavendra Addagatla" userId="198e66f1a35daf40" providerId="LiveId" clId="{258A4E63-48A1-43DC-945D-5EC823543648}" dt="2025-11-07T16:42:29.200" v="1360" actId="1076"/>
          <ac:picMkLst>
            <pc:docMk/>
            <pc:sldMk cId="2432243080" sldId="265"/>
            <ac:picMk id="6" creationId="{73EA2DC6-C343-BFBA-15B7-D9F39C3825A7}"/>
          </ac:picMkLst>
        </pc:picChg>
        <pc:picChg chg="add mod">
          <ac:chgData name="Raghavendra Addagatla" userId="198e66f1a35daf40" providerId="LiveId" clId="{258A4E63-48A1-43DC-945D-5EC823543648}" dt="2025-11-07T16:42:50.510" v="1368" actId="14100"/>
          <ac:picMkLst>
            <pc:docMk/>
            <pc:sldMk cId="2432243080" sldId="265"/>
            <ac:picMk id="7" creationId="{7677CEA8-9E35-2CAB-7D2B-4E6AD0B0B77B}"/>
          </ac:picMkLst>
        </pc:picChg>
        <pc:picChg chg="add mod">
          <ac:chgData name="Raghavendra Addagatla" userId="198e66f1a35daf40" providerId="LiveId" clId="{258A4E63-48A1-43DC-945D-5EC823543648}" dt="2025-11-07T16:42:31.466" v="1361" actId="1076"/>
          <ac:picMkLst>
            <pc:docMk/>
            <pc:sldMk cId="2432243080" sldId="265"/>
            <ac:picMk id="8" creationId="{96C2C0FA-AEEC-3BEB-3EB2-D19787033424}"/>
          </ac:picMkLst>
        </pc:picChg>
        <pc:picChg chg="add mod">
          <ac:chgData name="Raghavendra Addagatla" userId="198e66f1a35daf40" providerId="LiveId" clId="{258A4E63-48A1-43DC-945D-5EC823543648}" dt="2025-11-07T16:42:39.206" v="1364" actId="688"/>
          <ac:picMkLst>
            <pc:docMk/>
            <pc:sldMk cId="2432243080" sldId="265"/>
            <ac:picMk id="9" creationId="{94F50D10-4596-1C9F-BEA3-0336546D5E55}"/>
          </ac:picMkLst>
        </pc:picChg>
        <pc:picChg chg="add mod">
          <ac:chgData name="Raghavendra Addagatla" userId="198e66f1a35daf40" providerId="LiveId" clId="{258A4E63-48A1-43DC-945D-5EC823543648}" dt="2025-11-07T16:42:33.293" v="1362" actId="1076"/>
          <ac:picMkLst>
            <pc:docMk/>
            <pc:sldMk cId="2432243080" sldId="265"/>
            <ac:picMk id="10" creationId="{7CFAE426-6D6E-96A4-A0C2-1441365EE72A}"/>
          </ac:picMkLst>
        </pc:picChg>
        <pc:picChg chg="add mod">
          <ac:chgData name="Raghavendra Addagatla" userId="198e66f1a35daf40" providerId="LiveId" clId="{258A4E63-48A1-43DC-945D-5EC823543648}" dt="2025-11-07T16:42:44.541" v="1366" actId="1076"/>
          <ac:picMkLst>
            <pc:docMk/>
            <pc:sldMk cId="2432243080" sldId="265"/>
            <ac:picMk id="11" creationId="{185E0ED1-5A87-7E3F-0C5B-264F868DED3F}"/>
          </ac:picMkLst>
        </pc:picChg>
        <pc:picChg chg="add mod">
          <ac:chgData name="Raghavendra Addagatla" userId="198e66f1a35daf40" providerId="LiveId" clId="{258A4E63-48A1-43DC-945D-5EC823543648}" dt="2025-11-07T16:42:54.146" v="1370" actId="1076"/>
          <ac:picMkLst>
            <pc:docMk/>
            <pc:sldMk cId="2432243080" sldId="265"/>
            <ac:picMk id="12" creationId="{FB0E4B75-F516-8A50-B555-7307FE6A406A}"/>
          </ac:picMkLst>
        </pc:picChg>
        <pc:picChg chg="add mod">
          <ac:chgData name="Raghavendra Addagatla" userId="198e66f1a35daf40" providerId="LiveId" clId="{258A4E63-48A1-43DC-945D-5EC823543648}" dt="2025-11-07T16:42:56.345" v="1371" actId="1076"/>
          <ac:picMkLst>
            <pc:docMk/>
            <pc:sldMk cId="2432243080" sldId="265"/>
            <ac:picMk id="2050" creationId="{9B8C0949-ADEE-7BAA-F906-D15A3B46AA21}"/>
          </ac:picMkLst>
        </pc:picChg>
        <pc:picChg chg="add mod">
          <ac:chgData name="Raghavendra Addagatla" userId="198e66f1a35daf40" providerId="LiveId" clId="{258A4E63-48A1-43DC-945D-5EC823543648}" dt="2025-11-07T16:42:58.883" v="1372" actId="1076"/>
          <ac:picMkLst>
            <pc:docMk/>
            <pc:sldMk cId="2432243080" sldId="265"/>
            <ac:picMk id="2056" creationId="{73EA4005-2065-C01A-B1A9-3C4D7507D822}"/>
          </ac:picMkLst>
        </pc:picChg>
      </pc:sldChg>
      <pc:sldChg chg="new del">
        <pc:chgData name="Raghavendra Addagatla" userId="198e66f1a35daf40" providerId="LiveId" clId="{258A4E63-48A1-43DC-945D-5EC823543648}" dt="2025-11-07T17:14:22.574" v="1817" actId="47"/>
        <pc:sldMkLst>
          <pc:docMk/>
          <pc:sldMk cId="692651462" sldId="266"/>
        </pc:sldMkLst>
      </pc:sldChg>
      <pc:sldChg chg="addSp delSp modSp new mod">
        <pc:chgData name="Raghavendra Addagatla" userId="198e66f1a35daf40" providerId="LiveId" clId="{258A4E63-48A1-43DC-945D-5EC823543648}" dt="2025-11-07T17:18:57.917" v="1879" actId="20577"/>
        <pc:sldMkLst>
          <pc:docMk/>
          <pc:sldMk cId="84928671" sldId="267"/>
        </pc:sldMkLst>
        <pc:spChg chg="mod">
          <ac:chgData name="Raghavendra Addagatla" userId="198e66f1a35daf40" providerId="LiveId" clId="{258A4E63-48A1-43DC-945D-5EC823543648}" dt="2025-11-07T17:17:08.643" v="1847" actId="20577"/>
          <ac:spMkLst>
            <pc:docMk/>
            <pc:sldMk cId="84928671" sldId="267"/>
            <ac:spMk id="2" creationId="{AABE494E-8B43-7045-C6C5-921980BCC03D}"/>
          </ac:spMkLst>
        </pc:spChg>
        <pc:spChg chg="del">
          <ac:chgData name="Raghavendra Addagatla" userId="198e66f1a35daf40" providerId="LiveId" clId="{258A4E63-48A1-43DC-945D-5EC823543648}" dt="2025-11-07T17:17:31.245" v="1848"/>
          <ac:spMkLst>
            <pc:docMk/>
            <pc:sldMk cId="84928671" sldId="267"/>
            <ac:spMk id="3" creationId="{FC9595A5-E2EA-9508-4067-7B8386193B8E}"/>
          </ac:spMkLst>
        </pc:spChg>
        <pc:spChg chg="add mod">
          <ac:chgData name="Raghavendra Addagatla" userId="198e66f1a35daf40" providerId="LiveId" clId="{258A4E63-48A1-43DC-945D-5EC823543648}" dt="2025-11-07T17:18:57.917" v="1879" actId="20577"/>
          <ac:spMkLst>
            <pc:docMk/>
            <pc:sldMk cId="84928671" sldId="267"/>
            <ac:spMk id="4" creationId="{146C8233-858D-CAAA-E14C-1113B94D6750}"/>
          </ac:spMkLst>
        </pc:spChg>
      </pc:sldChg>
      <pc:sldChg chg="modSp new del mod">
        <pc:chgData name="Raghavendra Addagatla" userId="198e66f1a35daf40" providerId="LiveId" clId="{258A4E63-48A1-43DC-945D-5EC823543648}" dt="2025-11-07T17:24:19.707" v="1897" actId="47"/>
        <pc:sldMkLst>
          <pc:docMk/>
          <pc:sldMk cId="2528719620" sldId="268"/>
        </pc:sldMkLst>
        <pc:spChg chg="mod">
          <ac:chgData name="Raghavendra Addagatla" userId="198e66f1a35daf40" providerId="LiveId" clId="{258A4E63-48A1-43DC-945D-5EC823543648}" dt="2025-11-07T17:20:15.984" v="1896"/>
          <ac:spMkLst>
            <pc:docMk/>
            <pc:sldMk cId="2528719620" sldId="268"/>
            <ac:spMk id="2" creationId="{AC1A94B0-2722-95A4-2810-F92AE24E4AD6}"/>
          </ac:spMkLst>
        </pc:spChg>
      </pc:sldChg>
      <pc:sldChg chg="addSp delSp modSp new mod">
        <pc:chgData name="Raghavendra Addagatla" userId="198e66f1a35daf40" providerId="LiveId" clId="{258A4E63-48A1-43DC-945D-5EC823543648}" dt="2025-11-07T17:33:07.117" v="1960" actId="1076"/>
        <pc:sldMkLst>
          <pc:docMk/>
          <pc:sldMk cId="2580613354" sldId="269"/>
        </pc:sldMkLst>
        <pc:spChg chg="mod">
          <ac:chgData name="Raghavendra Addagatla" userId="198e66f1a35daf40" providerId="LiveId" clId="{258A4E63-48A1-43DC-945D-5EC823543648}" dt="2025-11-07T17:25:12.811" v="1901"/>
          <ac:spMkLst>
            <pc:docMk/>
            <pc:sldMk cId="2580613354" sldId="269"/>
            <ac:spMk id="2" creationId="{480A94FA-8F53-BC97-44C7-8D4266EB0729}"/>
          </ac:spMkLst>
        </pc:spChg>
        <pc:spChg chg="del">
          <ac:chgData name="Raghavendra Addagatla" userId="198e66f1a35daf40" providerId="LiveId" clId="{258A4E63-48A1-43DC-945D-5EC823543648}" dt="2025-11-07T17:28:45.794" v="1905" actId="478"/>
          <ac:spMkLst>
            <pc:docMk/>
            <pc:sldMk cId="2580613354" sldId="269"/>
            <ac:spMk id="3" creationId="{38280A0C-78BC-F4BE-5C5D-606B9363FADF}"/>
          </ac:spMkLst>
        </pc:spChg>
        <pc:picChg chg="add mod">
          <ac:chgData name="Raghavendra Addagatla" userId="198e66f1a35daf40" providerId="LiveId" clId="{258A4E63-48A1-43DC-945D-5EC823543648}" dt="2025-11-07T17:32:48.356" v="1956" actId="14100"/>
          <ac:picMkLst>
            <pc:docMk/>
            <pc:sldMk cId="2580613354" sldId="269"/>
            <ac:picMk id="5" creationId="{859DC4D4-0F60-6D77-1814-D2F1178B940E}"/>
          </ac:picMkLst>
        </pc:picChg>
        <pc:picChg chg="add mod">
          <ac:chgData name="Raghavendra Addagatla" userId="198e66f1a35daf40" providerId="LiveId" clId="{258A4E63-48A1-43DC-945D-5EC823543648}" dt="2025-11-07T17:33:07.117" v="1960" actId="1076"/>
          <ac:picMkLst>
            <pc:docMk/>
            <pc:sldMk cId="2580613354" sldId="269"/>
            <ac:picMk id="7" creationId="{645DC3B9-B32C-3E14-9201-D3AB2116E911}"/>
          </ac:picMkLst>
        </pc:picChg>
        <pc:picChg chg="add del mod">
          <ac:chgData name="Raghavendra Addagatla" userId="198e66f1a35daf40" providerId="LiveId" clId="{258A4E63-48A1-43DC-945D-5EC823543648}" dt="2025-11-07T17:32:27.434" v="1949" actId="478"/>
          <ac:picMkLst>
            <pc:docMk/>
            <pc:sldMk cId="2580613354" sldId="269"/>
            <ac:picMk id="9" creationId="{832A9DCE-9B40-4E0B-7880-8B43D11961C2}"/>
          </ac:picMkLst>
        </pc:picChg>
      </pc:sldChg>
      <pc:sldChg chg="addSp delSp modSp new mod">
        <pc:chgData name="Raghavendra Addagatla" userId="198e66f1a35daf40" providerId="LiveId" clId="{258A4E63-48A1-43DC-945D-5EC823543648}" dt="2025-11-07T17:36:36.172" v="1972" actId="14100"/>
        <pc:sldMkLst>
          <pc:docMk/>
          <pc:sldMk cId="3286757711" sldId="270"/>
        </pc:sldMkLst>
        <pc:spChg chg="mod">
          <ac:chgData name="Raghavendra Addagatla" userId="198e66f1a35daf40" providerId="LiveId" clId="{258A4E63-48A1-43DC-945D-5EC823543648}" dt="2025-11-07T17:34:43.048" v="1964"/>
          <ac:spMkLst>
            <pc:docMk/>
            <pc:sldMk cId="3286757711" sldId="270"/>
            <ac:spMk id="2" creationId="{C8FDE32F-8A27-04D4-26BB-FA9289866D0E}"/>
          </ac:spMkLst>
        </pc:spChg>
        <pc:spChg chg="del mod">
          <ac:chgData name="Raghavendra Addagatla" userId="198e66f1a35daf40" providerId="LiveId" clId="{258A4E63-48A1-43DC-945D-5EC823543648}" dt="2025-11-07T17:36:27.684" v="1971" actId="478"/>
          <ac:spMkLst>
            <pc:docMk/>
            <pc:sldMk cId="3286757711" sldId="270"/>
            <ac:spMk id="3" creationId="{880F07AD-CC70-45AA-84FB-6908162543F7}"/>
          </ac:spMkLst>
        </pc:spChg>
        <pc:picChg chg="add mod">
          <ac:chgData name="Raghavendra Addagatla" userId="198e66f1a35daf40" providerId="LiveId" clId="{258A4E63-48A1-43DC-945D-5EC823543648}" dt="2025-11-07T17:36:36.172" v="1972" actId="14100"/>
          <ac:picMkLst>
            <pc:docMk/>
            <pc:sldMk cId="3286757711" sldId="270"/>
            <ac:picMk id="5" creationId="{1808223C-FFFB-CEB0-724D-96D8453AA6A5}"/>
          </ac:picMkLst>
        </pc:picChg>
      </pc:sldChg>
      <pc:sldChg chg="addSp delSp modSp new mod">
        <pc:chgData name="Raghavendra Addagatla" userId="198e66f1a35daf40" providerId="LiveId" clId="{258A4E63-48A1-43DC-945D-5EC823543648}" dt="2025-11-07T17:38:23.842" v="1996" actId="14100"/>
        <pc:sldMkLst>
          <pc:docMk/>
          <pc:sldMk cId="2372622794" sldId="271"/>
        </pc:sldMkLst>
        <pc:spChg chg="mod">
          <ac:chgData name="Raghavendra Addagatla" userId="198e66f1a35daf40" providerId="LiveId" clId="{258A4E63-48A1-43DC-945D-5EC823543648}" dt="2025-11-07T17:37:02.800" v="1992" actId="20577"/>
          <ac:spMkLst>
            <pc:docMk/>
            <pc:sldMk cId="2372622794" sldId="271"/>
            <ac:spMk id="2" creationId="{7C9E6C97-3306-2281-98C2-CA88BCAB2CE7}"/>
          </ac:spMkLst>
        </pc:spChg>
        <pc:spChg chg="del">
          <ac:chgData name="Raghavendra Addagatla" userId="198e66f1a35daf40" providerId="LiveId" clId="{258A4E63-48A1-43DC-945D-5EC823543648}" dt="2025-11-07T17:38:07.092" v="1993" actId="478"/>
          <ac:spMkLst>
            <pc:docMk/>
            <pc:sldMk cId="2372622794" sldId="271"/>
            <ac:spMk id="3" creationId="{A1E636BC-9746-F1AC-ED72-7BAA5327A782}"/>
          </ac:spMkLst>
        </pc:spChg>
        <pc:picChg chg="add mod">
          <ac:chgData name="Raghavendra Addagatla" userId="198e66f1a35daf40" providerId="LiveId" clId="{258A4E63-48A1-43DC-945D-5EC823543648}" dt="2025-11-07T17:38:23.842" v="1996" actId="14100"/>
          <ac:picMkLst>
            <pc:docMk/>
            <pc:sldMk cId="2372622794" sldId="271"/>
            <ac:picMk id="5122" creationId="{25331665-42DF-3FEE-336C-A782DDF30776}"/>
          </ac:picMkLst>
        </pc:picChg>
      </pc:sldChg>
      <pc:sldChg chg="addSp delSp modSp new mod">
        <pc:chgData name="Raghavendra Addagatla" userId="198e66f1a35daf40" providerId="LiveId" clId="{258A4E63-48A1-43DC-945D-5EC823543648}" dt="2025-11-07T17:44:30.737" v="2015" actId="1076"/>
        <pc:sldMkLst>
          <pc:docMk/>
          <pc:sldMk cId="1507638046" sldId="272"/>
        </pc:sldMkLst>
        <pc:spChg chg="mod">
          <ac:chgData name="Raghavendra Addagatla" userId="198e66f1a35daf40" providerId="LiveId" clId="{258A4E63-48A1-43DC-945D-5EC823543648}" dt="2025-11-07T17:44:04.216" v="2008" actId="20577"/>
          <ac:spMkLst>
            <pc:docMk/>
            <pc:sldMk cId="1507638046" sldId="272"/>
            <ac:spMk id="2" creationId="{C3960725-BAC7-6C82-F741-63D90F3C77C2}"/>
          </ac:spMkLst>
        </pc:spChg>
        <pc:spChg chg="del">
          <ac:chgData name="Raghavendra Addagatla" userId="198e66f1a35daf40" providerId="LiveId" clId="{258A4E63-48A1-43DC-945D-5EC823543648}" dt="2025-11-07T17:42:59.906" v="1999"/>
          <ac:spMkLst>
            <pc:docMk/>
            <pc:sldMk cId="1507638046" sldId="272"/>
            <ac:spMk id="3" creationId="{EB6FBAFB-176D-429C-CD35-ADB8A2EBD281}"/>
          </ac:spMkLst>
        </pc:spChg>
        <pc:spChg chg="add mod">
          <ac:chgData name="Raghavendra Addagatla" userId="198e66f1a35daf40" providerId="LiveId" clId="{258A4E63-48A1-43DC-945D-5EC823543648}" dt="2025-11-07T17:44:30.737" v="2015" actId="1076"/>
          <ac:spMkLst>
            <pc:docMk/>
            <pc:sldMk cId="1507638046" sldId="272"/>
            <ac:spMk id="4" creationId="{40F752B5-E29A-3A7A-903C-628B56BEA412}"/>
          </ac:spMkLst>
        </pc:spChg>
      </pc:sldChg>
      <pc:sldChg chg="modSp new mod">
        <pc:chgData name="Raghavendra Addagatla" userId="198e66f1a35daf40" providerId="LiveId" clId="{258A4E63-48A1-43DC-945D-5EC823543648}" dt="2025-11-07T17:53:54.163" v="2109" actId="5793"/>
        <pc:sldMkLst>
          <pc:docMk/>
          <pc:sldMk cId="3709557224" sldId="273"/>
        </pc:sldMkLst>
        <pc:spChg chg="mod">
          <ac:chgData name="Raghavendra Addagatla" userId="198e66f1a35daf40" providerId="LiveId" clId="{258A4E63-48A1-43DC-945D-5EC823543648}" dt="2025-11-07T17:45:18.499" v="2042" actId="20577"/>
          <ac:spMkLst>
            <pc:docMk/>
            <pc:sldMk cId="3709557224" sldId="273"/>
            <ac:spMk id="2" creationId="{E9319346-D24A-EFCE-51A8-EE4A9FBBE48F}"/>
          </ac:spMkLst>
        </pc:spChg>
        <pc:spChg chg="mod">
          <ac:chgData name="Raghavendra Addagatla" userId="198e66f1a35daf40" providerId="LiveId" clId="{258A4E63-48A1-43DC-945D-5EC823543648}" dt="2025-11-07T17:53:54.163" v="2109" actId="5793"/>
          <ac:spMkLst>
            <pc:docMk/>
            <pc:sldMk cId="3709557224" sldId="273"/>
            <ac:spMk id="3" creationId="{54818ABF-04B6-9253-203E-C71E2031E9F5}"/>
          </ac:spMkLst>
        </pc:spChg>
      </pc:sldChg>
      <pc:sldChg chg="addSp delSp modSp new mod ord">
        <pc:chgData name="Raghavendra Addagatla" userId="198e66f1a35daf40" providerId="LiveId" clId="{258A4E63-48A1-43DC-945D-5EC823543648}" dt="2025-11-07T17:13:57.263" v="1816" actId="1076"/>
        <pc:sldMkLst>
          <pc:docMk/>
          <pc:sldMk cId="2088745393" sldId="274"/>
        </pc:sldMkLst>
        <pc:spChg chg="mod">
          <ac:chgData name="Raghavendra Addagatla" userId="198e66f1a35daf40" providerId="LiveId" clId="{258A4E63-48A1-43DC-945D-5EC823543648}" dt="2025-11-07T17:09:51.585" v="1794" actId="20577"/>
          <ac:spMkLst>
            <pc:docMk/>
            <pc:sldMk cId="2088745393" sldId="274"/>
            <ac:spMk id="2" creationId="{0EED93AC-F3A5-A085-3D5F-6C660A72A9D5}"/>
          </ac:spMkLst>
        </pc:spChg>
        <pc:spChg chg="add del">
          <ac:chgData name="Raghavendra Addagatla" userId="198e66f1a35daf40" providerId="LiveId" clId="{258A4E63-48A1-43DC-945D-5EC823543648}" dt="2025-11-07T17:13:26.027" v="1810" actId="478"/>
          <ac:spMkLst>
            <pc:docMk/>
            <pc:sldMk cId="2088745393" sldId="274"/>
            <ac:spMk id="3" creationId="{07B3CEBF-824D-C522-A69A-0C523D9EC638}"/>
          </ac:spMkLst>
        </pc:spChg>
        <pc:picChg chg="add mod">
          <ac:chgData name="Raghavendra Addagatla" userId="198e66f1a35daf40" providerId="LiveId" clId="{258A4E63-48A1-43DC-945D-5EC823543648}" dt="2025-11-07T17:13:57.263" v="1816" actId="1076"/>
          <ac:picMkLst>
            <pc:docMk/>
            <pc:sldMk cId="2088745393" sldId="274"/>
            <ac:picMk id="5" creationId="{E338D955-08C7-ACB6-CD7A-AB18075D4AC1}"/>
          </ac:picMkLst>
        </pc:picChg>
      </pc:sldChg>
      <pc:sldChg chg="new del">
        <pc:chgData name="Raghavendra Addagatla" userId="198e66f1a35daf40" providerId="LiveId" clId="{258A4E63-48A1-43DC-945D-5EC823543648}" dt="2025-11-07T17:47:45.390" v="2067" actId="47"/>
        <pc:sldMkLst>
          <pc:docMk/>
          <pc:sldMk cId="1762175247" sldId="275"/>
        </pc:sldMkLst>
      </pc:sldChg>
      <pc:sldChg chg="modSp new mod">
        <pc:chgData name="Raghavendra Addagatla" userId="198e66f1a35daf40" providerId="LiveId" clId="{258A4E63-48A1-43DC-945D-5EC823543648}" dt="2025-11-07T17:50:38.750" v="2085" actId="12"/>
        <pc:sldMkLst>
          <pc:docMk/>
          <pc:sldMk cId="2819622650" sldId="276"/>
        </pc:sldMkLst>
        <pc:spChg chg="mod">
          <ac:chgData name="Raghavendra Addagatla" userId="198e66f1a35daf40" providerId="LiveId" clId="{258A4E63-48A1-43DC-945D-5EC823543648}" dt="2025-11-07T17:48:51.430" v="2070" actId="207"/>
          <ac:spMkLst>
            <pc:docMk/>
            <pc:sldMk cId="2819622650" sldId="276"/>
            <ac:spMk id="2" creationId="{3CFF36FB-6AD4-D943-F20D-87AB9CA12590}"/>
          </ac:spMkLst>
        </pc:spChg>
        <pc:spChg chg="mod">
          <ac:chgData name="Raghavendra Addagatla" userId="198e66f1a35daf40" providerId="LiveId" clId="{258A4E63-48A1-43DC-945D-5EC823543648}" dt="2025-11-07T17:50:38.750" v="2085" actId="12"/>
          <ac:spMkLst>
            <pc:docMk/>
            <pc:sldMk cId="2819622650" sldId="276"/>
            <ac:spMk id="3" creationId="{8DEE56BE-6296-1AF1-DC92-0CA85EEB67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E6644-A01A-4DF3-B983-82BDFD2EEB8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EC9B7-6235-41AC-953F-5772D2A7D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1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EC9B7-6235-41AC-953F-5772D2A7D46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22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516" y="1850749"/>
            <a:ext cx="4465643" cy="2834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" y="0"/>
            <a:ext cx="12190814" cy="6694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ghavendra0780-debug" TargetMode="External"/><Relationship Id="rId2" Type="http://schemas.openxmlformats.org/officeDocument/2006/relationships/hyperlink" Target="https://www.linkedin.com/in/raghavendra-addagatla-31a526389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3810001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Calibri"/>
                <a:cs typeface="Calibri"/>
              </a:rPr>
              <a:t>“E –COMMERCE INSIGHTS FROM FLIPKART DATA USING PYTHON AND EDA”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2E287-E3DB-8FE0-4CB5-66B7CA2F5CE7}"/>
              </a:ext>
            </a:extLst>
          </p:cNvPr>
          <p:cNvSpPr txBox="1"/>
          <p:nvPr/>
        </p:nvSpPr>
        <p:spPr>
          <a:xfrm>
            <a:off x="990600" y="4343400"/>
            <a:ext cx="982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Turning Data into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D70D3-CB02-1365-1893-743BE709465A}"/>
              </a:ext>
            </a:extLst>
          </p:cNvPr>
          <p:cNvSpPr txBox="1"/>
          <p:nvPr/>
        </p:nvSpPr>
        <p:spPr>
          <a:xfrm>
            <a:off x="8229600" y="5486400"/>
            <a:ext cx="289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Raghavendra Addagatla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427 b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219200"/>
            <a:ext cx="868680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97815" algn="l"/>
              </a:tabLst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0681" y="347669"/>
            <a:ext cx="184403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5" dirty="0">
                <a:latin typeface="Tahoma"/>
                <a:cs typeface="Tahoma"/>
              </a:rPr>
              <a:t>About</a:t>
            </a:r>
            <a:r>
              <a:rPr sz="3200" spc="-280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me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A0AAF-E0E1-174B-8C8F-292238A0EDF8}"/>
              </a:ext>
            </a:extLst>
          </p:cNvPr>
          <p:cNvSpPr txBox="1"/>
          <p:nvPr/>
        </p:nvSpPr>
        <p:spPr>
          <a:xfrm>
            <a:off x="685800" y="1219200"/>
            <a:ext cx="8153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spc="-10" dirty="0"/>
              <a:t>I am </a:t>
            </a:r>
            <a:r>
              <a:rPr lang="en-US" b="1" spc="-10" dirty="0"/>
              <a:t>Raghavendra</a:t>
            </a:r>
            <a:r>
              <a:rPr lang="en-US" sz="1800" b="1" spc="-10" dirty="0"/>
              <a:t> Addagatla</a:t>
            </a:r>
            <a:r>
              <a:rPr lang="en-US" sz="1800" spc="-10" dirty="0"/>
              <a:t>, a </a:t>
            </a:r>
            <a:r>
              <a:rPr lang="en-US" sz="1800" b="1" spc="-10" dirty="0"/>
              <a:t>Bachelor of Technology (B. Tech)</a:t>
            </a:r>
            <a:r>
              <a:rPr lang="en-US" sz="1800" spc="-10" dirty="0"/>
              <a:t> graduate In </a:t>
            </a:r>
            <a:r>
              <a:rPr lang="en-US" sz="1800" b="1" spc="-10" dirty="0"/>
              <a:t>Electronics and Communication Engineering.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spc="-1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 chose Data Analyst as it’s a fast-growing field that powers innovation across every industry.</a:t>
            </a:r>
            <a:br>
              <a:rPr lang="en-US" dirty="0"/>
            </a:br>
            <a:r>
              <a:rPr lang="en-US" dirty="0"/>
              <a:t>It allows me to build skills in Python, analytics, and visualization for real-world applications.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/>
              <a:t>LINKDIN :</a:t>
            </a:r>
          </a:p>
          <a:p>
            <a:pPr algn="l"/>
            <a:r>
              <a:rPr lang="en-US" sz="1800" b="1" dirty="0"/>
              <a:t>🔗 </a:t>
            </a:r>
            <a:r>
              <a:rPr lang="en-US" sz="1800" b="1" dirty="0">
                <a:hlinkClick r:id="rId2"/>
              </a:rPr>
              <a:t>https://www.linkedin.com/in/raghavendra-addagatla-31a526389/</a:t>
            </a:r>
            <a:endParaRPr lang="en-US" sz="1800" b="1" dirty="0"/>
          </a:p>
          <a:p>
            <a:pPr algn="l"/>
            <a:endParaRPr lang="en-US" b="1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/>
              <a:t>GIT HUB :</a:t>
            </a:r>
          </a:p>
          <a:p>
            <a:pPr algn="l"/>
            <a:r>
              <a:rPr lang="en-US" sz="1800" b="1" dirty="0"/>
              <a:t>🔗 </a:t>
            </a:r>
            <a:r>
              <a:rPr lang="en-US" sz="1800" b="1" dirty="0">
                <a:hlinkClick r:id="rId3"/>
              </a:rPr>
              <a:t>https://github.com/raghavendra0780-debug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0465-095A-7A09-881F-1CAD113B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INTRODUTION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08ECA-B240-F407-352E-40B722C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7461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This project focuses on extracting and analyzing data from </a:t>
            </a:r>
            <a:r>
              <a:rPr lang="en-US" sz="2000" b="1" dirty="0"/>
              <a:t>Flipkart’s e-commerce platform</a:t>
            </a:r>
            <a:r>
              <a:rPr lang="en-US" sz="2000" dirty="0"/>
              <a:t> to gain valuable insights into </a:t>
            </a:r>
            <a:r>
              <a:rPr lang="en-US" sz="2000" b="1" dirty="0"/>
              <a:t>Realme 5G smartphones</a:t>
            </a:r>
            <a:r>
              <a:rPr lang="en-US" sz="20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Using </a:t>
            </a:r>
            <a:r>
              <a:rPr lang="en-US" sz="2000" b="1" dirty="0"/>
              <a:t>Python</a:t>
            </a:r>
            <a:r>
              <a:rPr lang="en-US" sz="2000" dirty="0"/>
              <a:t> and </a:t>
            </a:r>
            <a:r>
              <a:rPr lang="en-US" sz="2000" b="1" dirty="0"/>
              <a:t>web scraping techniques</a:t>
            </a:r>
            <a:r>
              <a:rPr lang="en-US" sz="2000" dirty="0"/>
              <a:t>, product details such as names, prices, RAM, ROM, and ratings were collected and structured into a clean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After data collection, </a:t>
            </a:r>
            <a:r>
              <a:rPr lang="en-US" sz="2000" b="1" dirty="0"/>
              <a:t>Exploratory Data Analysis (EDA)</a:t>
            </a:r>
            <a:r>
              <a:rPr lang="en-US" sz="2000" dirty="0"/>
              <a:t> was performed to understand trends, relationships, and patterns among product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analysis includes both </a:t>
            </a:r>
            <a:r>
              <a:rPr lang="en-US" sz="2000" b="1" dirty="0"/>
              <a:t>univariate</a:t>
            </a:r>
            <a:r>
              <a:rPr lang="en-US" sz="2000" dirty="0"/>
              <a:t> and </a:t>
            </a:r>
            <a:r>
              <a:rPr lang="en-US" sz="2000" b="1" dirty="0"/>
              <a:t>bivariate</a:t>
            </a:r>
            <a:r>
              <a:rPr lang="en-US" sz="2000" dirty="0"/>
              <a:t> techniques to explore how attributes like price, RAM, ROM, and rating influence one another.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primary objective of this project is to </a:t>
            </a:r>
            <a:r>
              <a:rPr lang="en-US" sz="2000" b="1" dirty="0"/>
              <a:t>transform raw web data into meaningful insights</a:t>
            </a:r>
            <a:r>
              <a:rPr lang="en-US" sz="2000" dirty="0"/>
              <a:t> that can help customers make informed decisions and assist businesses in identifying product trends and competitive pricing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32913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8D0D-8B3C-A7D4-EADE-FFE8F7D6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B02E9-F5C0-5523-D105-EE9BBD5F0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8587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In today’s online marketplace, customers are often overwhelmed by a wide variety of smartphone options with varying prices, features, and specifications.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There is </a:t>
            </a:r>
            <a:r>
              <a:rPr lang="en-US" sz="2000" b="1" dirty="0"/>
              <a:t>no direct, structured way to compare and analyze product data</a:t>
            </a:r>
            <a:r>
              <a:rPr lang="en-US" sz="2000" dirty="0"/>
              <a:t> like RAM, ROM, ratings, and prices from e-commerce platforms such as </a:t>
            </a:r>
            <a:r>
              <a:rPr lang="en-US" sz="2000" b="1" dirty="0"/>
              <a:t>Flipkart</a:t>
            </a:r>
            <a:r>
              <a:rPr lang="en-US" sz="20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Despite the availability of vast product information on e-commerce platforms like </a:t>
            </a:r>
            <a:r>
              <a:rPr lang="en-US" sz="2000" b="1" dirty="0"/>
              <a:t>Flipkart</a:t>
            </a:r>
            <a:r>
              <a:rPr lang="en-US" sz="2000" dirty="0"/>
              <a:t>, the data is </a:t>
            </a:r>
            <a:r>
              <a:rPr lang="en-US" sz="2000" b="1" dirty="0"/>
              <a:t>unstructured and scattered</a:t>
            </a:r>
            <a:r>
              <a:rPr lang="en-US" sz="2000" dirty="0"/>
              <a:t> across multiple web pages.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Thus, there is a need to </a:t>
            </a:r>
            <a:r>
              <a:rPr lang="en-US" sz="2000" b="1" dirty="0"/>
              <a:t>collect, clean, and analyze</a:t>
            </a:r>
            <a:r>
              <a:rPr lang="en-US" sz="2000" dirty="0"/>
              <a:t> this data to uncover insights that help understand </a:t>
            </a:r>
            <a:r>
              <a:rPr lang="en-US" sz="2000" b="1" dirty="0"/>
              <a:t>market trends</a:t>
            </a:r>
            <a:r>
              <a:rPr lang="en-US" sz="2000" dirty="0"/>
              <a:t>, </a:t>
            </a:r>
            <a:r>
              <a:rPr lang="en-US" sz="2000" b="1" dirty="0"/>
              <a:t>product performance</a:t>
            </a:r>
            <a:r>
              <a:rPr lang="en-US" sz="2000" dirty="0"/>
              <a:t>, and </a:t>
            </a:r>
            <a:r>
              <a:rPr lang="en-US" sz="2000" b="1" dirty="0"/>
              <a:t>customer preferences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This helps in transforming raw, unorganized web data into valuable insights that can support </a:t>
            </a:r>
            <a:r>
              <a:rPr lang="en-US" sz="2000" b="1" dirty="0"/>
              <a:t>data-driven decision-making</a:t>
            </a:r>
            <a:r>
              <a:rPr lang="en-US" sz="2000" dirty="0"/>
              <a:t> in the e-commerce sector.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366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ADA6-F73D-7E92-3218-263E87B1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77108"/>
          </a:xfrm>
        </p:spPr>
        <p:txBody>
          <a:bodyPr/>
          <a:lstStyle/>
          <a:p>
            <a:r>
              <a:rPr lang="en-US" dirty="0"/>
              <a:t>OBJECTIVE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8DC57-0187-1559-17A5-D4BC0BEE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953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To extract real-time smartphone data</a:t>
            </a:r>
            <a:r>
              <a:rPr lang="en-US" sz="2000" dirty="0"/>
              <a:t> (specifically Realme 5G models) from Flipkart using Python-based web scraping techniques.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To clean and preprocess</a:t>
            </a:r>
            <a:r>
              <a:rPr lang="en-US" sz="2000" dirty="0"/>
              <a:t> the collected data by handling missing or inconsistent values.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To perform Exploratory Data Analysis (EDA)</a:t>
            </a:r>
            <a:r>
              <a:rPr lang="en-US" sz="2000" dirty="0"/>
              <a:t> and identify relationships between features such as price, rating, RAM, and ROM.</a:t>
            </a:r>
          </a:p>
          <a:p>
            <a:pPr lvl="1"/>
            <a:endParaRPr lang="en-US" sz="2000" dirty="0"/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Top-rated and top-selling mobile brands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Price trends and distribution among brands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Relationship between price and product feature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To visualize the insights</a:t>
            </a:r>
            <a:r>
              <a:rPr lang="en-US" sz="2000" dirty="0"/>
              <a:t> using univariate and bivariate analysis for better interpretation.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To help customers and sellers</a:t>
            </a:r>
            <a:r>
              <a:rPr lang="en-US" sz="2000" dirty="0"/>
              <a:t> make data-driven decisions based on the analysis results.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874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3A3F-8C0A-58DA-3C40-465FB732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LIBRARIES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A2DC6-C343-BFBA-15B7-D9F39C38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32" y="1128822"/>
            <a:ext cx="3465252" cy="1179245"/>
          </a:xfrm>
          <a:prstGeom prst="rect">
            <a:avLst/>
          </a:prstGeom>
        </p:spPr>
      </p:pic>
      <p:pic>
        <p:nvPicPr>
          <p:cNvPr id="7" name="Picture 6" descr="A black and white logo">
            <a:extLst>
              <a:ext uri="{FF2B5EF4-FFF2-40B4-BE49-F238E27FC236}">
                <a16:creationId xmlns:a16="http://schemas.microsoft.com/office/drawing/2014/main" id="{7677CEA8-9E35-2CAB-7D2B-4E6AD0B0B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61" y="1003616"/>
            <a:ext cx="3896458" cy="1384952"/>
          </a:xfrm>
          <a:prstGeom prst="rect">
            <a:avLst/>
          </a:prstGeom>
        </p:spPr>
      </p:pic>
      <p:pic>
        <p:nvPicPr>
          <p:cNvPr id="8" name="Picture 7" descr="A black text on a white background">
            <a:extLst>
              <a:ext uri="{FF2B5EF4-FFF2-40B4-BE49-F238E27FC236}">
                <a16:creationId xmlns:a16="http://schemas.microsoft.com/office/drawing/2014/main" id="{96C2C0FA-AEEC-3BEB-3EB2-D19787033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97" y="2794349"/>
            <a:ext cx="3715050" cy="1012575"/>
          </a:xfrm>
          <a:prstGeom prst="rect">
            <a:avLst/>
          </a:prstGeom>
        </p:spPr>
      </p:pic>
      <p:pic>
        <p:nvPicPr>
          <p:cNvPr id="9" name="Picture 8" descr="A blue and white logo">
            <a:extLst>
              <a:ext uri="{FF2B5EF4-FFF2-40B4-BE49-F238E27FC236}">
                <a16:creationId xmlns:a16="http://schemas.microsoft.com/office/drawing/2014/main" id="{94F50D10-4596-1C9F-BEA3-0336546D5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957" y="2571825"/>
            <a:ext cx="3168102" cy="1457621"/>
          </a:xfrm>
          <a:prstGeom prst="rect">
            <a:avLst/>
          </a:prstGeom>
        </p:spPr>
      </p:pic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CFAE426-6D6E-96A4-A0C2-1441365EE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8" y="4261924"/>
            <a:ext cx="4195553" cy="1823400"/>
          </a:xfrm>
          <a:prstGeom prst="rect">
            <a:avLst/>
          </a:prstGeom>
        </p:spPr>
      </p:pic>
      <p:pic>
        <p:nvPicPr>
          <p:cNvPr id="11" name="Picture 10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185E0ED1-5A87-7E3F-0C5B-264F868DE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605" y="4469432"/>
            <a:ext cx="3440601" cy="1015511"/>
          </a:xfrm>
          <a:prstGeom prst="rect">
            <a:avLst/>
          </a:prstGeom>
        </p:spPr>
      </p:pic>
      <p:pic>
        <p:nvPicPr>
          <p:cNvPr id="12" name="Picture 11" descr="A blue and black logo">
            <a:extLst>
              <a:ext uri="{FF2B5EF4-FFF2-40B4-BE49-F238E27FC236}">
                <a16:creationId xmlns:a16="http://schemas.microsoft.com/office/drawing/2014/main" id="{FB0E4B75-F516-8A50-B555-7307FE6A4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50" y="2794349"/>
            <a:ext cx="3440602" cy="126930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B8C0949-ADEE-7BAA-F906-D15A3B46A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061441"/>
            <a:ext cx="2514600" cy="126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hat is Jupyter Notebook and use cases of Jupyter Notebook? -  DevOpsSchool.com">
            <a:extLst>
              <a:ext uri="{FF2B5EF4-FFF2-40B4-BE49-F238E27FC236}">
                <a16:creationId xmlns:a16="http://schemas.microsoft.com/office/drawing/2014/main" id="{73EA4005-2065-C01A-B1A9-3C4D7507D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190" y="4138544"/>
            <a:ext cx="3657602" cy="160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24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C676-7A64-A02A-1289-22542F5F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1354217"/>
          </a:xfrm>
        </p:spPr>
        <p:txBody>
          <a:bodyPr/>
          <a:lstStyle/>
          <a:p>
            <a:r>
              <a:rPr lang="en-US" dirty="0"/>
              <a:t>DATA COLLECTION (WEB SCRAPING)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8E56A-7702-D5E0-8D72-4F83464EA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97" y="1152361"/>
            <a:ext cx="10972800" cy="492443"/>
          </a:xfrm>
        </p:spPr>
        <p:txBody>
          <a:bodyPr/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STEPS INVOVLED : </a:t>
            </a: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6ADB2-0D13-AC60-3AAB-5C7E2454B397}"/>
              </a:ext>
            </a:extLst>
          </p:cNvPr>
          <p:cNvSpPr txBox="1"/>
          <p:nvPr/>
        </p:nvSpPr>
        <p:spPr>
          <a:xfrm>
            <a:off x="281497" y="1860247"/>
            <a:ext cx="11377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Initialized Lists</a:t>
            </a:r>
            <a:endParaRPr lang="en-US" dirty="0"/>
          </a:p>
          <a:p>
            <a:r>
              <a:rPr lang="en-US" dirty="0"/>
              <a:t>     Created empty lists to store details like: Product Name, Price, Rating, Display, Camera, Processor, RAM.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C4F76-DE13-87A9-0908-C2B198F68087}"/>
              </a:ext>
            </a:extLst>
          </p:cNvPr>
          <p:cNvSpPr txBox="1"/>
          <p:nvPr/>
        </p:nvSpPr>
        <p:spPr>
          <a:xfrm>
            <a:off x="256097" y="2598911"/>
            <a:ext cx="11377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en-US" dirty="0"/>
              <a:t>. </a:t>
            </a:r>
            <a:r>
              <a:rPr lang="en-US" b="1" dirty="0"/>
              <a:t>Added Request Headers</a:t>
            </a:r>
            <a:endParaRPr lang="en-US" dirty="0"/>
          </a:p>
          <a:p>
            <a:r>
              <a:rPr lang="en-US" dirty="0"/>
              <a:t>    Used a </a:t>
            </a:r>
            <a:r>
              <a:rPr lang="en-US" b="1" dirty="0"/>
              <a:t>User-Agent header</a:t>
            </a:r>
            <a:r>
              <a:rPr lang="en-US" dirty="0"/>
              <a:t> to mimic a real browser and prevent blocking by Flipkart.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93AD6-B8E5-E485-B676-026BC1638E1A}"/>
              </a:ext>
            </a:extLst>
          </p:cNvPr>
          <p:cNvSpPr txBox="1"/>
          <p:nvPr/>
        </p:nvSpPr>
        <p:spPr>
          <a:xfrm>
            <a:off x="256097" y="3352800"/>
            <a:ext cx="115020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Scraped Multiple Pages (1–20)</a:t>
            </a:r>
            <a:endParaRPr lang="en-US" dirty="0"/>
          </a:p>
          <a:p>
            <a:r>
              <a:rPr lang="en-US" dirty="0"/>
              <a:t>   Used a for loop to go through </a:t>
            </a:r>
            <a:r>
              <a:rPr lang="en-US" b="1" dirty="0"/>
              <a:t>20 pages</a:t>
            </a:r>
            <a:r>
              <a:rPr lang="en-US" dirty="0"/>
              <a:t> of Flipkart search results.</a:t>
            </a:r>
          </a:p>
          <a:p>
            <a:endParaRPr lang="en-US" dirty="0"/>
          </a:p>
          <a:p>
            <a:r>
              <a:rPr lang="en-US" b="1" dirty="0"/>
              <a:t>4. Extracted Product Details</a:t>
            </a:r>
            <a:endParaRPr lang="en-US" dirty="0"/>
          </a:p>
          <a:p>
            <a:pPr lvl="1"/>
            <a:r>
              <a:rPr lang="en-US" dirty="0"/>
              <a:t>   Parsed the HTML using </a:t>
            </a:r>
            <a:r>
              <a:rPr lang="en-US" b="1" dirty="0"/>
              <a:t>Beautiful Soup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  Extracted key features like product name, price, rating, and specifications from each card.</a:t>
            </a:r>
          </a:p>
          <a:p>
            <a:pPr lvl="1"/>
            <a:r>
              <a:rPr lang="en-US" dirty="0"/>
              <a:t>   Appended all extracted values to the corresponding lists.</a:t>
            </a:r>
          </a:p>
          <a:p>
            <a:pPr lvl="1"/>
            <a:endParaRPr lang="en-US" dirty="0"/>
          </a:p>
          <a:p>
            <a:r>
              <a:rPr lang="en-US" b="1" dirty="0"/>
              <a:t>5. Created a Structured Dataset</a:t>
            </a:r>
            <a:endParaRPr lang="en-US" dirty="0"/>
          </a:p>
          <a:p>
            <a:pPr lvl="1"/>
            <a:r>
              <a:rPr lang="en-US" dirty="0"/>
              <a:t>   After extraction, combined all lists into a </a:t>
            </a:r>
            <a:r>
              <a:rPr lang="en-US" b="1" dirty="0"/>
              <a:t>pandas Data Frame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  Verified lengths and saved data for further cleaning and analysis.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52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16B8-19C8-472E-8E97-D1F938FC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CREATION</a:t>
            </a:r>
            <a:endParaRPr lang="en-IN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E26CDED-0623-1674-D589-96C629970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1" y="1445568"/>
            <a:ext cx="1258099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Combined All Lists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Merged the extracted lists — Product Name, Price, Rating, Display, Camera, Processor, RAM, ROM 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Verified Column Lengths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Checked that each list had the same number of entries to avoid data mismatch.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Constructed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clear column names and arranged data systematically.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Sample Data Validation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the first few rows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df.head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confirm proper alignment and accuracy.)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Exported as CSV File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Saved the cleaned data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realme_flipkart_data.csv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further analysis and visualization.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1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93AC-F3A5-A085-3D5F-6C660A72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8D955-08C7-ACB6-CD7A-AB18075D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17" y="1219200"/>
            <a:ext cx="12115800" cy="483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45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494E-8B43-7045-C6C5-921980BC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ANALYSIS(EDA)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6C8233-858D-CAAA-E14C-1113B94D6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70492"/>
            <a:ext cx="10665099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Univariate Analysis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Examined individual features like: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Price Distribution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Distribution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 and ROM capacities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Top-rated and top-selling models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Bivariate Analysis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relationships between two variables: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vs. Rating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see if higher price leads to better ratings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 vs. Price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identify performance-price correlation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ROM vs. Price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storage impact on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8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94FA-8F53-BC97-44C7-8D4266EB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77108"/>
          </a:xfrm>
        </p:spPr>
        <p:txBody>
          <a:bodyPr/>
          <a:lstStyle/>
          <a:p>
            <a:pPr rtl="0"/>
            <a:r>
              <a:rPr lang="en-US" altLang="en-US" dirty="0">
                <a:latin typeface="Arial" panose="020B0604020202020204" pitchFamily="34" charset="0"/>
              </a:rPr>
              <a:t>UNIVARIATE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DC4D4-0F60-6D77-1814-D2F1178B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6" y="1033978"/>
            <a:ext cx="5759677" cy="5076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5DC3B9-B32C-3E14-9201-D3AB2116E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17" y="921217"/>
            <a:ext cx="5257800" cy="515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1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E32F-8A27-04D4-26BB-FA928986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1354217"/>
          </a:xfrm>
        </p:spPr>
        <p:txBody>
          <a:bodyPr/>
          <a:lstStyle/>
          <a:p>
            <a:r>
              <a:rPr lang="en-IN" dirty="0"/>
              <a:t>BIVARIATE ANALYSIS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8223C-FFFB-CEB0-724D-96D8453A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6" y="1319235"/>
            <a:ext cx="11542203" cy="511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5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6C97-3306-2281-98C2-CA88BCAB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331665-42DF-3FEE-336C-A782DDF30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92" y="1143000"/>
            <a:ext cx="7022908" cy="536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622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0725-BAC7-6C82-F741-63D90F3C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2031325"/>
          </a:xfrm>
        </p:spPr>
        <p:txBody>
          <a:bodyPr/>
          <a:lstStyle/>
          <a:p>
            <a:r>
              <a:rPr lang="en-IN" dirty="0"/>
              <a:t>KEY BUSINESS QUESTION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F752B5-E29A-3A7A-903C-628B56BEA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1497" y="1536174"/>
            <a:ext cx="11582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relationship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rating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Realme models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popular and top-rated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specifications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RAM or processor) significantly affect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trends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Realme 5G smartphones on Flipkart?</a:t>
            </a:r>
          </a:p>
        </p:txBody>
      </p:sp>
    </p:spTree>
    <p:extLst>
      <p:ext uri="{BB962C8B-B14F-4D97-AF65-F5344CB8AC3E}">
        <p14:creationId xmlns:p14="http://schemas.microsoft.com/office/powerpoint/2010/main" val="1507638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9346-D24A-EFCE-51A8-EE4A9FBB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77108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18ABF-04B6-9253-203E-C71E2031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371601"/>
            <a:ext cx="10972800" cy="5324535"/>
          </a:xfrm>
        </p:spPr>
        <p:txBody>
          <a:bodyPr/>
          <a:lstStyle/>
          <a:p>
            <a:r>
              <a:rPr lang="en-US" sz="2800" b="1" dirty="0"/>
              <a:t>Key Insights: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Most Realme smartphones fall in the </a:t>
            </a:r>
            <a:r>
              <a:rPr lang="en-US" b="1" dirty="0"/>
              <a:t>₹12,000–₹18,000</a:t>
            </a:r>
            <a:r>
              <a:rPr lang="en-US" dirty="0"/>
              <a:t> price range.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Phones with </a:t>
            </a:r>
            <a:r>
              <a:rPr lang="en-US" b="1" dirty="0"/>
              <a:t>higher RAM and better processors</a:t>
            </a:r>
            <a:r>
              <a:rPr lang="en-US" dirty="0"/>
              <a:t> tend to have </a:t>
            </a:r>
            <a:r>
              <a:rPr lang="en-US" b="1" dirty="0"/>
              <a:t>higher ratings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Average rating across models is </a:t>
            </a:r>
            <a:r>
              <a:rPr lang="en-US" b="1" dirty="0"/>
              <a:t>4.2 – 4.4</a:t>
            </a:r>
            <a:r>
              <a:rPr lang="en-US" dirty="0"/>
              <a:t>, showing good overall customer satisfaction.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Price and features show a </a:t>
            </a:r>
            <a:r>
              <a:rPr lang="en-US" b="1" dirty="0"/>
              <a:t>positive correlation</a:t>
            </a:r>
            <a:r>
              <a:rPr lang="en-US" dirty="0"/>
              <a:t>, confirming that better specs lead to higher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sz="2800" b="1" dirty="0"/>
              <a:t>Final Conclusion: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Through this project, we identified </a:t>
            </a:r>
            <a:r>
              <a:rPr lang="en-US" b="1" dirty="0"/>
              <a:t>data-driven trends</a:t>
            </a:r>
            <a:r>
              <a:rPr lang="en-US" dirty="0"/>
              <a:t> that help both </a:t>
            </a:r>
            <a:r>
              <a:rPr lang="en-US" b="1"/>
              <a:t>customers</a:t>
            </a:r>
            <a:r>
              <a:rPr lang="en-US"/>
              <a:t>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(for smarter purchase decisions) and </a:t>
            </a:r>
            <a:r>
              <a:rPr lang="en-US" b="1" dirty="0"/>
              <a:t>brands</a:t>
            </a:r>
            <a:r>
              <a:rPr lang="en-US" dirty="0"/>
              <a:t> (for pricing strategies).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55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36FB-6AD4-D943-F20D-87AB9CA1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77108"/>
          </a:xfrm>
        </p:spPr>
        <p:txBody>
          <a:bodyPr/>
          <a:lstStyle/>
          <a:p>
            <a:r>
              <a:rPr lang="en-US" dirty="0">
                <a:ea typeface="Calibri"/>
                <a:cs typeface="Times New Roman"/>
              </a:rPr>
              <a:t>EXPERIENCE– WEB SCRAPING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E56BE-6296-1AF1-DC92-0CA85EEB6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10972800" cy="5601533"/>
          </a:xfrm>
        </p:spPr>
        <p:txBody>
          <a:bodyPr/>
          <a:lstStyle/>
          <a:p>
            <a:r>
              <a:rPr lang="en-US" sz="2800" b="1" dirty="0"/>
              <a:t>Experience: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Learned the </a:t>
            </a:r>
            <a:r>
              <a:rPr lang="en-US" b="1" dirty="0"/>
              <a:t>complete data pipeline</a:t>
            </a:r>
            <a:r>
              <a:rPr lang="en-US" dirty="0"/>
              <a:t> — from web scraping to visualization.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Gained practical experience with </a:t>
            </a:r>
            <a:r>
              <a:rPr lang="en-US" b="1" dirty="0" err="1"/>
              <a:t>BeautifulSoup</a:t>
            </a:r>
            <a:r>
              <a:rPr lang="en-US" b="1" dirty="0"/>
              <a:t>, Pandas, and Matplotlib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Improved understanding of </a:t>
            </a:r>
            <a:r>
              <a:rPr lang="en-US" b="1" dirty="0"/>
              <a:t>real-world data handling and EDA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2800" b="1" dirty="0"/>
              <a:t>Challenges Faced: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Handling </a:t>
            </a:r>
            <a:r>
              <a:rPr lang="en-US" b="1" dirty="0"/>
              <a:t>missing and inconsistent data</a:t>
            </a:r>
            <a:r>
              <a:rPr lang="en-US" dirty="0"/>
              <a:t> during cleaning.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Dealing with </a:t>
            </a:r>
            <a:r>
              <a:rPr lang="en-US" b="1" dirty="0"/>
              <a:t>dynamic Flipkart pages</a:t>
            </a:r>
            <a:r>
              <a:rPr lang="en-US" dirty="0"/>
              <a:t> while scraping.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Converting </a:t>
            </a:r>
            <a:r>
              <a:rPr lang="en-US" b="1" dirty="0"/>
              <a:t>raw scraped text</a:t>
            </a:r>
            <a:r>
              <a:rPr lang="en-US" dirty="0"/>
              <a:t> into clean, usable numeric formats.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Time taken to visualize and interpret large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62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625" y="3000247"/>
            <a:ext cx="236220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0" spc="320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b="0" spc="33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1054</Words>
  <Application>Microsoft Office PowerPoint</Application>
  <PresentationFormat>Widescreen</PresentationFormat>
  <Paragraphs>148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Arial Unicode MS</vt:lpstr>
      <vt:lpstr>Calibri</vt:lpstr>
      <vt:lpstr>Palatino Linotype</vt:lpstr>
      <vt:lpstr>Tahoma</vt:lpstr>
      <vt:lpstr>Times New Roman</vt:lpstr>
      <vt:lpstr>Wingdings</vt:lpstr>
      <vt:lpstr>Office Theme</vt:lpstr>
      <vt:lpstr>PowerPoint Presentation</vt:lpstr>
      <vt:lpstr>About me</vt:lpstr>
      <vt:lpstr>INTRODUTION </vt:lpstr>
      <vt:lpstr>PROBLEM STATEMENT</vt:lpstr>
      <vt:lpstr>OBJECTIVE </vt:lpstr>
      <vt:lpstr>TOOLS AND LIBRARIES</vt:lpstr>
      <vt:lpstr>DATA COLLECTION (WEB SCRAPING) </vt:lpstr>
      <vt:lpstr>DATA FRAME CREATION</vt:lpstr>
      <vt:lpstr>DATA FRAME</vt:lpstr>
      <vt:lpstr>EXPLORATORY DATA ANALYSIS(EDA)</vt:lpstr>
      <vt:lpstr>UNIVARIATE ANALYSIS</vt:lpstr>
      <vt:lpstr>BIVARIATE ANALYSIS </vt:lpstr>
      <vt:lpstr>BIVARIATE ANALYSIS</vt:lpstr>
      <vt:lpstr>KEY BUSINESS QUESTION  </vt:lpstr>
      <vt:lpstr>CONCLUSION</vt:lpstr>
      <vt:lpstr>EXPERIENCE– WEB SCRAPING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Raghavendra Addagatla</cp:lastModifiedBy>
  <cp:revision>1</cp:revision>
  <dcterms:created xsi:type="dcterms:W3CDTF">2025-11-06T08:58:17Z</dcterms:created>
  <dcterms:modified xsi:type="dcterms:W3CDTF">2025-11-07T17:53:57Z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2025-11-06T00:00:00Z</vt:filetime>
  </property>
</Properties>
</file>